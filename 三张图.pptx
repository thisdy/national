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DEFF"/>
    <a:srgbClr val="F7CBAC"/>
    <a:srgbClr val="C6E0B4"/>
    <a:srgbClr val="EE7D30"/>
    <a:srgbClr val="FFCCFF"/>
    <a:srgbClr val="C4D7A1"/>
    <a:srgbClr val="CCC2DA"/>
    <a:srgbClr val="FBD7BC"/>
    <a:srgbClr val="FFF3CC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7"/>
    <p:restoredTop sz="94622"/>
  </p:normalViewPr>
  <p:slideViewPr>
    <p:cSldViewPr snapToGrid="0">
      <p:cViewPr>
        <p:scale>
          <a:sx n="65" d="100"/>
          <a:sy n="65" d="100"/>
        </p:scale>
        <p:origin x="4600" y="2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B7024-CDDE-D447-B275-C83F394625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88D877-40D3-D445-8796-3A51ADCD0C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800630" y="2335697"/>
            <a:ext cx="1417983" cy="414130"/>
          </a:xfrm>
          <a:prstGeom prst="rect">
            <a:avLst/>
          </a:prstGeom>
          <a:solidFill>
            <a:srgbClr val="DCE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key1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1" name="直线箭头连接符 10"/>
          <p:cNvCxnSpPr>
            <a:stCxn id="6" idx="2"/>
          </p:cNvCxnSpPr>
          <p:nvPr/>
        </p:nvCxnSpPr>
        <p:spPr>
          <a:xfrm flipH="1">
            <a:off x="3509621" y="2749827"/>
            <a:ext cx="1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468194" y="2343978"/>
            <a:ext cx="1417983" cy="414130"/>
          </a:xfrm>
          <a:prstGeom prst="rect">
            <a:avLst/>
          </a:prstGeom>
          <a:solidFill>
            <a:srgbClr val="DCE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key2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直线箭头连接符 13"/>
          <p:cNvCxnSpPr>
            <a:stCxn id="13" idx="2"/>
          </p:cNvCxnSpPr>
          <p:nvPr/>
        </p:nvCxnSpPr>
        <p:spPr>
          <a:xfrm flipH="1">
            <a:off x="5177185" y="2758108"/>
            <a:ext cx="1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135757" y="2343978"/>
            <a:ext cx="1417983" cy="414130"/>
          </a:xfrm>
          <a:prstGeom prst="rect">
            <a:avLst/>
          </a:prstGeom>
          <a:solidFill>
            <a:srgbClr val="DCE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key3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6" name="直线箭头连接符 15"/>
          <p:cNvCxnSpPr>
            <a:stCxn id="15" idx="2"/>
          </p:cNvCxnSpPr>
          <p:nvPr/>
        </p:nvCxnSpPr>
        <p:spPr>
          <a:xfrm flipH="1">
            <a:off x="6844748" y="2758108"/>
            <a:ext cx="1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803321" y="2343978"/>
            <a:ext cx="1417983" cy="414130"/>
          </a:xfrm>
          <a:prstGeom prst="rect">
            <a:avLst/>
          </a:prstGeom>
          <a:solidFill>
            <a:srgbClr val="DCE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key4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线箭头连接符 17"/>
          <p:cNvCxnSpPr>
            <a:stCxn id="17" idx="2"/>
          </p:cNvCxnSpPr>
          <p:nvPr/>
        </p:nvCxnSpPr>
        <p:spPr>
          <a:xfrm flipH="1">
            <a:off x="8512312" y="2758108"/>
            <a:ext cx="1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962993" y="2975113"/>
            <a:ext cx="1417983" cy="414130"/>
          </a:xfrm>
          <a:prstGeom prst="rect">
            <a:avLst/>
          </a:prstGeom>
          <a:solidFill>
            <a:srgbClr val="EEEA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Query</a:t>
            </a:r>
            <a:endParaRPr kumimoji="1" lang="zh-CN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640958" y="2975113"/>
            <a:ext cx="1417983" cy="414130"/>
          </a:xfrm>
          <a:prstGeom prst="rect">
            <a:avLst/>
          </a:prstGeom>
          <a:solidFill>
            <a:srgbClr val="D7E4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Attention</a:t>
            </a:r>
            <a:endParaRPr kumimoji="1" lang="en-US" altLang="zh-CN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Value</a:t>
            </a:r>
            <a:endParaRPr kumimoji="1" lang="en-US" altLang="zh-CN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2" name="直线箭头连接符 21"/>
          <p:cNvCxnSpPr>
            <a:stCxn id="19" idx="3"/>
            <a:endCxn id="20" idx="1"/>
          </p:cNvCxnSpPr>
          <p:nvPr/>
        </p:nvCxnSpPr>
        <p:spPr>
          <a:xfrm>
            <a:off x="2380976" y="3182178"/>
            <a:ext cx="72599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2800630" y="3679135"/>
            <a:ext cx="1417983" cy="1510743"/>
          </a:xfrm>
          <a:prstGeom prst="rect">
            <a:avLst/>
          </a:prstGeom>
          <a:solidFill>
            <a:srgbClr val="FFF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value1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68194" y="3679135"/>
            <a:ext cx="1417983" cy="1510743"/>
          </a:xfrm>
          <a:prstGeom prst="rect">
            <a:avLst/>
          </a:prstGeom>
          <a:solidFill>
            <a:srgbClr val="FFF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value2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152321" y="3672508"/>
            <a:ext cx="1417983" cy="1510743"/>
          </a:xfrm>
          <a:prstGeom prst="rect">
            <a:avLst/>
          </a:prstGeom>
          <a:solidFill>
            <a:srgbClr val="FFF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value3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803319" y="3664227"/>
            <a:ext cx="1417983" cy="1510743"/>
          </a:xfrm>
          <a:prstGeom prst="rect">
            <a:avLst/>
          </a:prstGeom>
          <a:solidFill>
            <a:srgbClr val="FFF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value4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79370" y="1973580"/>
            <a:ext cx="6840855" cy="352107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618525" y="1658750"/>
            <a:ext cx="1417983" cy="414130"/>
          </a:xfrm>
          <a:prstGeom prst="rect">
            <a:avLst/>
          </a:prstGeom>
          <a:solidFill>
            <a:srgbClr val="E9EF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Linear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/>
          <p:cNvCxnSpPr>
            <a:stCxn id="6" idx="0"/>
          </p:cNvCxnSpPr>
          <p:nvPr/>
        </p:nvCxnSpPr>
        <p:spPr>
          <a:xfrm flipV="1">
            <a:off x="4327517" y="1217851"/>
            <a:ext cx="0" cy="440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3154721" y="3143274"/>
            <a:ext cx="2908299" cy="707600"/>
          </a:xfrm>
          <a:prstGeom prst="rect">
            <a:avLst/>
          </a:prstGeom>
          <a:solidFill>
            <a:srgbClr val="C4BCDC">
              <a:alpha val="40000"/>
            </a:srgbClr>
          </a:solidFill>
          <a:ln>
            <a:solidFill>
              <a:schemeClr val="accent1">
                <a:shade val="15000"/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4" name="直线箭头连接符 23"/>
          <p:cNvCxnSpPr>
            <a:stCxn id="23" idx="0"/>
          </p:cNvCxnSpPr>
          <p:nvPr/>
        </p:nvCxnSpPr>
        <p:spPr>
          <a:xfrm flipV="1">
            <a:off x="4608871" y="2936209"/>
            <a:ext cx="0" cy="207065"/>
          </a:xfrm>
          <a:prstGeom prst="straightConnector1">
            <a:avLst/>
          </a:prstGeom>
          <a:ln>
            <a:solidFill>
              <a:schemeClr val="dk1">
                <a:alpha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014044" y="3255927"/>
            <a:ext cx="2908299" cy="707600"/>
          </a:xfrm>
          <a:prstGeom prst="rect">
            <a:avLst/>
          </a:prstGeom>
          <a:solidFill>
            <a:srgbClr val="C4BCDC">
              <a:alpha val="60000"/>
            </a:srgbClr>
          </a:solidFill>
          <a:ln>
            <a:solidFill>
              <a:schemeClr val="accent1">
                <a:shade val="15000"/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Attention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线箭头连接符 31"/>
          <p:cNvCxnSpPr>
            <a:stCxn id="28" idx="0"/>
          </p:cNvCxnSpPr>
          <p:nvPr/>
        </p:nvCxnSpPr>
        <p:spPr>
          <a:xfrm flipV="1">
            <a:off x="4468194" y="2936209"/>
            <a:ext cx="0" cy="319718"/>
          </a:xfrm>
          <a:prstGeom prst="straightConnector1">
            <a:avLst/>
          </a:prstGeom>
          <a:ln>
            <a:solidFill>
              <a:schemeClr val="dk1">
                <a:alpha val="6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>
            <a:stCxn id="33" idx="0"/>
          </p:cNvCxnSpPr>
          <p:nvPr/>
        </p:nvCxnSpPr>
        <p:spPr>
          <a:xfrm flipV="1">
            <a:off x="4327517" y="2950899"/>
            <a:ext cx="0" cy="423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2747347" y="4372886"/>
            <a:ext cx="955427" cy="414130"/>
          </a:xfrm>
          <a:prstGeom prst="rect">
            <a:avLst/>
          </a:prstGeom>
          <a:solidFill>
            <a:srgbClr val="E8EEE9">
              <a:alpha val="40000"/>
            </a:srgbClr>
          </a:solidFill>
          <a:ln>
            <a:solidFill>
              <a:schemeClr val="accent1">
                <a:shade val="15000"/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641839" y="4470621"/>
            <a:ext cx="955427" cy="414130"/>
          </a:xfrm>
          <a:prstGeom prst="rect">
            <a:avLst/>
          </a:prstGeom>
          <a:solidFill>
            <a:srgbClr val="E8EEE9">
              <a:alpha val="60000"/>
            </a:srgbClr>
          </a:solidFill>
          <a:ln>
            <a:solidFill>
              <a:schemeClr val="accent1">
                <a:shade val="15000"/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536331" y="4568356"/>
            <a:ext cx="955427" cy="414130"/>
          </a:xfrm>
          <a:prstGeom prst="rect">
            <a:avLst/>
          </a:prstGeom>
          <a:solidFill>
            <a:srgbClr val="E8EE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Linear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1" name="直线箭头连接符 60"/>
          <p:cNvCxnSpPr>
            <a:stCxn id="59" idx="0"/>
          </p:cNvCxnSpPr>
          <p:nvPr/>
        </p:nvCxnSpPr>
        <p:spPr>
          <a:xfrm flipH="1" flipV="1">
            <a:off x="3011112" y="4075459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线箭头连接符 62"/>
          <p:cNvCxnSpPr/>
          <p:nvPr/>
        </p:nvCxnSpPr>
        <p:spPr>
          <a:xfrm flipH="1" flipV="1">
            <a:off x="3116619" y="3977724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线箭头连接符 63"/>
          <p:cNvCxnSpPr/>
          <p:nvPr/>
        </p:nvCxnSpPr>
        <p:spPr>
          <a:xfrm flipH="1" flipV="1">
            <a:off x="3222126" y="3888289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线箭头连接符 64"/>
          <p:cNvCxnSpPr/>
          <p:nvPr/>
        </p:nvCxnSpPr>
        <p:spPr>
          <a:xfrm flipH="1" flipV="1">
            <a:off x="3011112" y="4990786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线连接符 66"/>
          <p:cNvCxnSpPr/>
          <p:nvPr/>
        </p:nvCxnSpPr>
        <p:spPr>
          <a:xfrm flipV="1">
            <a:off x="3011112" y="4990786"/>
            <a:ext cx="105507" cy="2464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4023680" y="4372886"/>
            <a:ext cx="955427" cy="414130"/>
          </a:xfrm>
          <a:prstGeom prst="rect">
            <a:avLst/>
          </a:prstGeom>
          <a:solidFill>
            <a:srgbClr val="E8EEE9">
              <a:alpha val="40000"/>
            </a:srgbClr>
          </a:solidFill>
          <a:ln>
            <a:solidFill>
              <a:schemeClr val="accent1">
                <a:shade val="15000"/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918172" y="4470621"/>
            <a:ext cx="955427" cy="414130"/>
          </a:xfrm>
          <a:prstGeom prst="rect">
            <a:avLst/>
          </a:prstGeom>
          <a:solidFill>
            <a:srgbClr val="E8EEE9">
              <a:alpha val="60000"/>
            </a:srgbClr>
          </a:solidFill>
          <a:ln>
            <a:solidFill>
              <a:schemeClr val="accent1">
                <a:shade val="15000"/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812664" y="4568356"/>
            <a:ext cx="955427" cy="414130"/>
          </a:xfrm>
          <a:prstGeom prst="rect">
            <a:avLst/>
          </a:prstGeom>
          <a:solidFill>
            <a:srgbClr val="E8EE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Linear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1" name="直线箭头连接符 70"/>
          <p:cNvCxnSpPr>
            <a:stCxn id="70" idx="0"/>
          </p:cNvCxnSpPr>
          <p:nvPr/>
        </p:nvCxnSpPr>
        <p:spPr>
          <a:xfrm flipH="1" flipV="1">
            <a:off x="4287445" y="4075459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线箭头连接符 71"/>
          <p:cNvCxnSpPr/>
          <p:nvPr/>
        </p:nvCxnSpPr>
        <p:spPr>
          <a:xfrm flipH="1" flipV="1">
            <a:off x="4392952" y="3977724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线箭头连接符 72"/>
          <p:cNvCxnSpPr/>
          <p:nvPr/>
        </p:nvCxnSpPr>
        <p:spPr>
          <a:xfrm flipH="1" flipV="1">
            <a:off x="4498459" y="3888289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线箭头连接符 73"/>
          <p:cNvCxnSpPr/>
          <p:nvPr/>
        </p:nvCxnSpPr>
        <p:spPr>
          <a:xfrm flipH="1" flipV="1">
            <a:off x="4287445" y="4990786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/>
          <p:cNvCxnSpPr/>
          <p:nvPr/>
        </p:nvCxnSpPr>
        <p:spPr>
          <a:xfrm flipV="1">
            <a:off x="4287445" y="4990786"/>
            <a:ext cx="105507" cy="2464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5261433" y="4372886"/>
            <a:ext cx="955427" cy="414130"/>
          </a:xfrm>
          <a:prstGeom prst="rect">
            <a:avLst/>
          </a:prstGeom>
          <a:solidFill>
            <a:srgbClr val="E8EEE9">
              <a:alpha val="40000"/>
            </a:srgbClr>
          </a:solidFill>
          <a:ln>
            <a:solidFill>
              <a:schemeClr val="accent1">
                <a:shade val="15000"/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5155925" y="4470621"/>
            <a:ext cx="955427" cy="414130"/>
          </a:xfrm>
          <a:prstGeom prst="rect">
            <a:avLst/>
          </a:prstGeom>
          <a:solidFill>
            <a:srgbClr val="E8EEE9">
              <a:alpha val="60000"/>
            </a:srgbClr>
          </a:solidFill>
          <a:ln>
            <a:solidFill>
              <a:schemeClr val="accent1">
                <a:shade val="15000"/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050417" y="4568356"/>
            <a:ext cx="955427" cy="414130"/>
          </a:xfrm>
          <a:prstGeom prst="rect">
            <a:avLst/>
          </a:prstGeom>
          <a:solidFill>
            <a:srgbClr val="E8EE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Linear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9" name="直线箭头连接符 78"/>
          <p:cNvCxnSpPr>
            <a:stCxn id="78" idx="0"/>
          </p:cNvCxnSpPr>
          <p:nvPr/>
        </p:nvCxnSpPr>
        <p:spPr>
          <a:xfrm flipH="1" flipV="1">
            <a:off x="5525198" y="4075459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/>
          <p:cNvCxnSpPr/>
          <p:nvPr/>
        </p:nvCxnSpPr>
        <p:spPr>
          <a:xfrm flipH="1" flipV="1">
            <a:off x="5630705" y="3977724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线箭头连接符 80"/>
          <p:cNvCxnSpPr/>
          <p:nvPr/>
        </p:nvCxnSpPr>
        <p:spPr>
          <a:xfrm flipH="1" flipV="1">
            <a:off x="5736212" y="3888289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线箭头连接符 81"/>
          <p:cNvCxnSpPr/>
          <p:nvPr/>
        </p:nvCxnSpPr>
        <p:spPr>
          <a:xfrm flipH="1" flipV="1">
            <a:off x="5525198" y="4990786"/>
            <a:ext cx="2933" cy="49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线连接符 82"/>
          <p:cNvCxnSpPr/>
          <p:nvPr/>
        </p:nvCxnSpPr>
        <p:spPr>
          <a:xfrm flipV="1">
            <a:off x="5525198" y="4990786"/>
            <a:ext cx="105507" cy="2464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2873367" y="3374214"/>
            <a:ext cx="2908299" cy="707600"/>
          </a:xfrm>
          <a:prstGeom prst="rect">
            <a:avLst/>
          </a:prstGeom>
          <a:solidFill>
            <a:srgbClr val="C4BC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Scaled Dot-Product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Attention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618525" y="2522079"/>
            <a:ext cx="1417983" cy="414130"/>
          </a:xfrm>
          <a:prstGeom prst="rect">
            <a:avLst/>
          </a:prstGeom>
          <a:solidFill>
            <a:srgbClr val="FCF8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Concat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1" name="直线箭头连接符 90"/>
          <p:cNvCxnSpPr>
            <a:stCxn id="90" idx="0"/>
          </p:cNvCxnSpPr>
          <p:nvPr/>
        </p:nvCxnSpPr>
        <p:spPr>
          <a:xfrm flipV="1">
            <a:off x="4327517" y="2081180"/>
            <a:ext cx="0" cy="440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330374" y="-408507"/>
            <a:ext cx="5394608" cy="7266507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1468492" y="657572"/>
            <a:ext cx="2808515" cy="4776820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049799" y="1025676"/>
            <a:ext cx="1645900" cy="457200"/>
          </a:xfrm>
          <a:prstGeom prst="roundRect">
            <a:avLst/>
          </a:prstGeom>
          <a:solidFill>
            <a:srgbClr val="FFF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ADD&amp;Norm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042595" y="1850980"/>
            <a:ext cx="1645900" cy="695975"/>
          </a:xfrm>
          <a:prstGeom prst="roundRect">
            <a:avLst/>
          </a:prstGeom>
          <a:solidFill>
            <a:srgbClr val="9BDE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Feed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Forward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042595" y="3115734"/>
            <a:ext cx="1645900" cy="457200"/>
          </a:xfrm>
          <a:prstGeom prst="roundRect">
            <a:avLst/>
          </a:prstGeom>
          <a:solidFill>
            <a:srgbClr val="FFF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ADD&amp;Norm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049799" y="3952055"/>
            <a:ext cx="1645900" cy="695975"/>
          </a:xfrm>
          <a:prstGeom prst="roundRect">
            <a:avLst/>
          </a:prstGeom>
          <a:solidFill>
            <a:srgbClr val="FBD7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Multi-Head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Attention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线箭头连接符 14"/>
          <p:cNvCxnSpPr>
            <a:stCxn id="10" idx="0"/>
            <a:endCxn id="9" idx="2"/>
          </p:cNvCxnSpPr>
          <p:nvPr/>
        </p:nvCxnSpPr>
        <p:spPr>
          <a:xfrm flipV="1">
            <a:off x="2865545" y="1482876"/>
            <a:ext cx="7204" cy="368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线箭头连接符 90"/>
          <p:cNvCxnSpPr>
            <a:stCxn id="14" idx="0"/>
            <a:endCxn id="13" idx="2"/>
          </p:cNvCxnSpPr>
          <p:nvPr/>
        </p:nvCxnSpPr>
        <p:spPr>
          <a:xfrm flipH="1" flipV="1">
            <a:off x="2865545" y="3572934"/>
            <a:ext cx="7204" cy="379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>
            <a:stCxn id="13" idx="0"/>
            <a:endCxn id="10" idx="2"/>
          </p:cNvCxnSpPr>
          <p:nvPr/>
        </p:nvCxnSpPr>
        <p:spPr>
          <a:xfrm flipV="1">
            <a:off x="2865545" y="2546955"/>
            <a:ext cx="0" cy="568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endCxn id="9" idx="1"/>
          </p:cNvCxnSpPr>
          <p:nvPr/>
        </p:nvCxnSpPr>
        <p:spPr>
          <a:xfrm rot="16200000" flipV="1">
            <a:off x="1646331" y="1657745"/>
            <a:ext cx="1622683" cy="815746"/>
          </a:xfrm>
          <a:prstGeom prst="bentConnector4">
            <a:avLst>
              <a:gd name="adj1" fmla="val -1174"/>
              <a:gd name="adj2" fmla="val 1280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5202104" y="-1416944"/>
            <a:ext cx="2808515" cy="6856791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5760607" y="-1075399"/>
            <a:ext cx="1645900" cy="457200"/>
          </a:xfrm>
          <a:prstGeom prst="roundRect">
            <a:avLst/>
          </a:prstGeom>
          <a:solidFill>
            <a:srgbClr val="FFF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ADD&amp;Norm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753403" y="-250095"/>
            <a:ext cx="1645900" cy="695975"/>
          </a:xfrm>
          <a:prstGeom prst="roundRect">
            <a:avLst/>
          </a:prstGeom>
          <a:solidFill>
            <a:srgbClr val="9BDE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Feed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Forward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5753403" y="1014659"/>
            <a:ext cx="1645900" cy="457200"/>
          </a:xfrm>
          <a:prstGeom prst="roundRect">
            <a:avLst/>
          </a:prstGeom>
          <a:solidFill>
            <a:srgbClr val="FFF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ADD&amp;Norm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5760607" y="1850980"/>
            <a:ext cx="1645900" cy="695975"/>
          </a:xfrm>
          <a:prstGeom prst="roundRect">
            <a:avLst/>
          </a:prstGeom>
          <a:solidFill>
            <a:srgbClr val="FBD7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Multi-Head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Attention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线箭头连接符 44"/>
          <p:cNvCxnSpPr>
            <a:stCxn id="42" idx="0"/>
            <a:endCxn id="41" idx="2"/>
          </p:cNvCxnSpPr>
          <p:nvPr/>
        </p:nvCxnSpPr>
        <p:spPr>
          <a:xfrm flipV="1">
            <a:off x="6576353" y="-618199"/>
            <a:ext cx="7204" cy="368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线箭头连接符 45"/>
          <p:cNvCxnSpPr>
            <a:stCxn id="44" idx="0"/>
            <a:endCxn id="43" idx="2"/>
          </p:cNvCxnSpPr>
          <p:nvPr/>
        </p:nvCxnSpPr>
        <p:spPr>
          <a:xfrm flipH="1" flipV="1">
            <a:off x="6576353" y="1471859"/>
            <a:ext cx="7204" cy="379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线箭头连接符 46"/>
          <p:cNvCxnSpPr>
            <a:stCxn id="43" idx="0"/>
            <a:endCxn id="42" idx="2"/>
          </p:cNvCxnSpPr>
          <p:nvPr/>
        </p:nvCxnSpPr>
        <p:spPr>
          <a:xfrm flipV="1">
            <a:off x="6576353" y="445880"/>
            <a:ext cx="0" cy="568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圆角矩形 48"/>
          <p:cNvSpPr/>
          <p:nvPr/>
        </p:nvSpPr>
        <p:spPr>
          <a:xfrm>
            <a:off x="5760607" y="3120767"/>
            <a:ext cx="1645900" cy="457200"/>
          </a:xfrm>
          <a:prstGeom prst="roundRect">
            <a:avLst/>
          </a:prstGeom>
          <a:solidFill>
            <a:srgbClr val="FFF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ADD&amp;Norm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5767811" y="3957088"/>
            <a:ext cx="1645900" cy="695975"/>
          </a:xfrm>
          <a:prstGeom prst="roundRect">
            <a:avLst/>
          </a:prstGeom>
          <a:solidFill>
            <a:srgbClr val="FBD7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Multi-Head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Attention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1" name="直线箭头连接符 50"/>
          <p:cNvCxnSpPr>
            <a:stCxn id="50" idx="0"/>
            <a:endCxn id="49" idx="2"/>
          </p:cNvCxnSpPr>
          <p:nvPr/>
        </p:nvCxnSpPr>
        <p:spPr>
          <a:xfrm flipH="1" flipV="1">
            <a:off x="6583557" y="3577967"/>
            <a:ext cx="7204" cy="379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肘形连接符 51"/>
          <p:cNvCxnSpPr>
            <a:stCxn id="9" idx="0"/>
            <a:endCxn id="44" idx="2"/>
          </p:cNvCxnSpPr>
          <p:nvPr/>
        </p:nvCxnSpPr>
        <p:spPr>
          <a:xfrm rot="16200000" flipH="1">
            <a:off x="3967513" y="-69089"/>
            <a:ext cx="1521279" cy="3710808"/>
          </a:xfrm>
          <a:prstGeom prst="bentConnector5">
            <a:avLst>
              <a:gd name="adj1" fmla="val -43456"/>
              <a:gd name="adj2" fmla="val 50000"/>
              <a:gd name="adj3" fmla="val 11908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线箭头连接符 91"/>
          <p:cNvCxnSpPr/>
          <p:nvPr/>
        </p:nvCxnSpPr>
        <p:spPr>
          <a:xfrm flipV="1">
            <a:off x="6219568" y="2546955"/>
            <a:ext cx="0" cy="284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肘形连接符 99"/>
          <p:cNvCxnSpPr>
            <a:stCxn id="49" idx="0"/>
          </p:cNvCxnSpPr>
          <p:nvPr/>
        </p:nvCxnSpPr>
        <p:spPr>
          <a:xfrm rot="5400000" flipH="1" flipV="1">
            <a:off x="6508013" y="2622499"/>
            <a:ext cx="573812" cy="422724"/>
          </a:xfrm>
          <a:prstGeom prst="bentConnector3">
            <a:avLst>
              <a:gd name="adj1" fmla="val 327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肘形连接符 103"/>
          <p:cNvCxnSpPr>
            <a:endCxn id="43" idx="3"/>
          </p:cNvCxnSpPr>
          <p:nvPr/>
        </p:nvCxnSpPr>
        <p:spPr>
          <a:xfrm rot="5400000" flipH="1" flipV="1">
            <a:off x="6093668" y="1740348"/>
            <a:ext cx="1802724" cy="808546"/>
          </a:xfrm>
          <a:prstGeom prst="bentConnector4">
            <a:avLst>
              <a:gd name="adj1" fmla="val 477"/>
              <a:gd name="adj2" fmla="val 12827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肘形连接符 106"/>
          <p:cNvCxnSpPr/>
          <p:nvPr/>
        </p:nvCxnSpPr>
        <p:spPr>
          <a:xfrm rot="5400000" flipH="1" flipV="1">
            <a:off x="6109273" y="3832495"/>
            <a:ext cx="1802724" cy="808546"/>
          </a:xfrm>
          <a:prstGeom prst="bentConnector4">
            <a:avLst>
              <a:gd name="adj1" fmla="val 477"/>
              <a:gd name="adj2" fmla="val 12827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线箭头连接符 108"/>
          <p:cNvCxnSpPr>
            <a:stCxn id="164" idx="0"/>
            <a:endCxn id="165" idx="2"/>
          </p:cNvCxnSpPr>
          <p:nvPr/>
        </p:nvCxnSpPr>
        <p:spPr>
          <a:xfrm flipH="1" flipV="1">
            <a:off x="6572234" y="-2559861"/>
            <a:ext cx="7721" cy="374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圆角矩形 116"/>
          <p:cNvSpPr/>
          <p:nvPr/>
        </p:nvSpPr>
        <p:spPr>
          <a:xfrm>
            <a:off x="5749284" y="6585595"/>
            <a:ext cx="1645900" cy="610027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Input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Embedding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8" name="直线箭头连接符 117"/>
          <p:cNvCxnSpPr/>
          <p:nvPr/>
        </p:nvCxnSpPr>
        <p:spPr>
          <a:xfrm flipV="1">
            <a:off x="6572234" y="7195622"/>
            <a:ext cx="0" cy="465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线箭头连接符 118"/>
          <p:cNvCxnSpPr/>
          <p:nvPr/>
        </p:nvCxnSpPr>
        <p:spPr>
          <a:xfrm flipV="1">
            <a:off x="6586642" y="6120526"/>
            <a:ext cx="0" cy="468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椭圆 119"/>
          <p:cNvSpPr/>
          <p:nvPr/>
        </p:nvSpPr>
        <p:spPr>
          <a:xfrm>
            <a:off x="6395637" y="5764014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6236198" y="5442966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dirty="0"/>
              <a:t>+</a:t>
            </a:r>
            <a:endParaRPr kumimoji="1" lang="zh-CN" altLang="en-US" sz="6000" dirty="0"/>
          </a:p>
        </p:txBody>
      </p:sp>
      <p:cxnSp>
        <p:nvCxnSpPr>
          <p:cNvPr id="122" name="直线箭头连接符 121"/>
          <p:cNvCxnSpPr/>
          <p:nvPr/>
        </p:nvCxnSpPr>
        <p:spPr>
          <a:xfrm flipV="1">
            <a:off x="6580135" y="4656053"/>
            <a:ext cx="0" cy="1115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肘形连接符 128"/>
          <p:cNvCxnSpPr>
            <a:stCxn id="120" idx="0"/>
          </p:cNvCxnSpPr>
          <p:nvPr/>
        </p:nvCxnSpPr>
        <p:spPr>
          <a:xfrm rot="5400000" flipH="1" flipV="1">
            <a:off x="6245372" y="4954113"/>
            <a:ext cx="1140166" cy="479636"/>
          </a:xfrm>
          <a:prstGeom prst="bentConnector3">
            <a:avLst>
              <a:gd name="adj1" fmla="val 7418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肘形连接符 131"/>
          <p:cNvCxnSpPr>
            <a:stCxn id="120" idx="0"/>
          </p:cNvCxnSpPr>
          <p:nvPr/>
        </p:nvCxnSpPr>
        <p:spPr>
          <a:xfrm rot="16200000" flipV="1">
            <a:off x="5783987" y="4972364"/>
            <a:ext cx="1103664" cy="479636"/>
          </a:xfrm>
          <a:prstGeom prst="bentConnector3">
            <a:avLst>
              <a:gd name="adj1" fmla="val 7630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直线箭头连接符 138"/>
          <p:cNvCxnSpPr>
            <a:stCxn id="41" idx="0"/>
            <a:endCxn id="164" idx="2"/>
          </p:cNvCxnSpPr>
          <p:nvPr/>
        </p:nvCxnSpPr>
        <p:spPr>
          <a:xfrm flipH="1" flipV="1">
            <a:off x="6579955" y="-1727785"/>
            <a:ext cx="3602" cy="652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圆角矩形 155"/>
          <p:cNvSpPr/>
          <p:nvPr/>
        </p:nvSpPr>
        <p:spPr>
          <a:xfrm>
            <a:off x="2067301" y="6585595"/>
            <a:ext cx="1645900" cy="610027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Input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Embedding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57" name="直线箭头连接符 156"/>
          <p:cNvCxnSpPr/>
          <p:nvPr/>
        </p:nvCxnSpPr>
        <p:spPr>
          <a:xfrm flipV="1">
            <a:off x="2890251" y="7195622"/>
            <a:ext cx="0" cy="465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直线箭头连接符 157"/>
          <p:cNvCxnSpPr/>
          <p:nvPr/>
        </p:nvCxnSpPr>
        <p:spPr>
          <a:xfrm flipV="1">
            <a:off x="2904659" y="6120526"/>
            <a:ext cx="0" cy="468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" name="椭圆 158"/>
          <p:cNvSpPr/>
          <p:nvPr/>
        </p:nvSpPr>
        <p:spPr>
          <a:xfrm>
            <a:off x="2713654" y="5764014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2552065" y="5440045"/>
            <a:ext cx="697865" cy="9302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kumimoji="1" lang="en-US" altLang="zh-CN" sz="6000" dirty="0"/>
              <a:t>+</a:t>
            </a:r>
            <a:endParaRPr kumimoji="1" lang="zh-CN" altLang="en-US" sz="6000" dirty="0"/>
          </a:p>
        </p:txBody>
      </p:sp>
      <p:cxnSp>
        <p:nvCxnSpPr>
          <p:cNvPr id="161" name="直线箭头连接符 160"/>
          <p:cNvCxnSpPr/>
          <p:nvPr/>
        </p:nvCxnSpPr>
        <p:spPr>
          <a:xfrm flipV="1">
            <a:off x="2898152" y="4656053"/>
            <a:ext cx="0" cy="1115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肘形连接符 161"/>
          <p:cNvCxnSpPr>
            <a:stCxn id="159" idx="0"/>
          </p:cNvCxnSpPr>
          <p:nvPr/>
        </p:nvCxnSpPr>
        <p:spPr>
          <a:xfrm rot="5400000" flipH="1" flipV="1">
            <a:off x="2563389" y="4954113"/>
            <a:ext cx="1140166" cy="479636"/>
          </a:xfrm>
          <a:prstGeom prst="bentConnector3">
            <a:avLst>
              <a:gd name="adj1" fmla="val 7418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肘形连接符 162"/>
          <p:cNvCxnSpPr>
            <a:stCxn id="159" idx="0"/>
          </p:cNvCxnSpPr>
          <p:nvPr/>
        </p:nvCxnSpPr>
        <p:spPr>
          <a:xfrm rot="16200000" flipV="1">
            <a:off x="2102004" y="4972364"/>
            <a:ext cx="1103664" cy="479636"/>
          </a:xfrm>
          <a:prstGeom prst="bentConnector3">
            <a:avLst>
              <a:gd name="adj1" fmla="val 7630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圆角矩形 163"/>
          <p:cNvSpPr/>
          <p:nvPr/>
        </p:nvSpPr>
        <p:spPr>
          <a:xfrm>
            <a:off x="5757005" y="-2184985"/>
            <a:ext cx="1645900" cy="457200"/>
          </a:xfrm>
          <a:prstGeom prst="roundRect">
            <a:avLst/>
          </a:prstGeom>
          <a:solidFill>
            <a:srgbClr val="CCC2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Linear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49284" y="-3017061"/>
            <a:ext cx="1645900" cy="457200"/>
          </a:xfrm>
          <a:prstGeom prst="roundRect">
            <a:avLst/>
          </a:prstGeom>
          <a:solidFill>
            <a:srgbClr val="C4D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Softmax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78" name="组合 177"/>
          <p:cNvGrpSpPr/>
          <p:nvPr/>
        </p:nvGrpSpPr>
        <p:grpSpPr>
          <a:xfrm rot="10800000">
            <a:off x="1565855" y="5742767"/>
            <a:ext cx="1139470" cy="384497"/>
            <a:chOff x="869703" y="5771632"/>
            <a:chExt cx="1139470" cy="384497"/>
          </a:xfrm>
        </p:grpSpPr>
        <p:sp>
          <p:nvSpPr>
            <p:cNvPr id="175" name="同心圆 174"/>
            <p:cNvSpPr>
              <a:spLocks noChangeAspect="1"/>
            </p:cNvSpPr>
            <p:nvPr/>
          </p:nvSpPr>
          <p:spPr>
            <a:xfrm>
              <a:off x="1624676" y="5771632"/>
              <a:ext cx="384497" cy="384497"/>
            </a:xfrm>
            <a:prstGeom prst="donu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76" name="直线箭头连接符 175"/>
            <p:cNvCxnSpPr>
              <a:stCxn id="175" idx="2"/>
            </p:cNvCxnSpPr>
            <p:nvPr/>
          </p:nvCxnSpPr>
          <p:spPr>
            <a:xfrm flipH="1" flipV="1">
              <a:off x="869703" y="5963880"/>
              <a:ext cx="7549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9" name="组合 178"/>
          <p:cNvGrpSpPr/>
          <p:nvPr/>
        </p:nvGrpSpPr>
        <p:grpSpPr>
          <a:xfrm>
            <a:off x="6764634" y="5742766"/>
            <a:ext cx="1139470" cy="384497"/>
            <a:chOff x="869703" y="5771632"/>
            <a:chExt cx="1139470" cy="384497"/>
          </a:xfrm>
        </p:grpSpPr>
        <p:sp>
          <p:nvSpPr>
            <p:cNvPr id="180" name="同心圆 179"/>
            <p:cNvSpPr>
              <a:spLocks noChangeAspect="1"/>
            </p:cNvSpPr>
            <p:nvPr/>
          </p:nvSpPr>
          <p:spPr>
            <a:xfrm>
              <a:off x="1624676" y="5771632"/>
              <a:ext cx="384497" cy="384497"/>
            </a:xfrm>
            <a:prstGeom prst="donu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81" name="直线箭头连接符 180"/>
            <p:cNvCxnSpPr>
              <a:stCxn id="180" idx="2"/>
            </p:cNvCxnSpPr>
            <p:nvPr/>
          </p:nvCxnSpPr>
          <p:spPr>
            <a:xfrm flipH="1" flipV="1">
              <a:off x="869703" y="5963880"/>
              <a:ext cx="7549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图示, 示意图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579339" y="1593079"/>
            <a:ext cx="9733643" cy="10228133"/>
          </a:xfrm>
          <a:prstGeom prst="rect">
            <a:avLst/>
          </a:prstGeom>
        </p:spPr>
      </p:pic>
      <p:grpSp>
        <p:nvGrpSpPr>
          <p:cNvPr id="102" name="组合 101"/>
          <p:cNvGrpSpPr/>
          <p:nvPr/>
        </p:nvGrpSpPr>
        <p:grpSpPr>
          <a:xfrm>
            <a:off x="4666341" y="-1444171"/>
            <a:ext cx="2859315" cy="3251200"/>
            <a:chOff x="2619831" y="-137884"/>
            <a:chExt cx="2859315" cy="3251200"/>
          </a:xfrm>
        </p:grpSpPr>
        <p:sp>
          <p:nvSpPr>
            <p:cNvPr id="2" name="椭圆 1"/>
            <p:cNvSpPr>
              <a:spLocks noChangeAspect="1"/>
            </p:cNvSpPr>
            <p:nvPr/>
          </p:nvSpPr>
          <p:spPr>
            <a:xfrm>
              <a:off x="3135086" y="130628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椭圆 3"/>
            <p:cNvSpPr>
              <a:spLocks noChangeAspect="1"/>
            </p:cNvSpPr>
            <p:nvPr/>
          </p:nvSpPr>
          <p:spPr>
            <a:xfrm>
              <a:off x="3497944" y="193039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椭圆 4"/>
            <p:cNvSpPr>
              <a:spLocks noChangeAspect="1"/>
            </p:cNvSpPr>
            <p:nvPr/>
          </p:nvSpPr>
          <p:spPr>
            <a:xfrm>
              <a:off x="3868060" y="130628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椭圆 7"/>
            <p:cNvSpPr>
              <a:spLocks noChangeAspect="1"/>
            </p:cNvSpPr>
            <p:nvPr/>
          </p:nvSpPr>
          <p:spPr>
            <a:xfrm>
              <a:off x="3497944" y="68217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椭圆 8"/>
            <p:cNvSpPr>
              <a:spLocks noChangeAspect="1"/>
            </p:cNvSpPr>
            <p:nvPr/>
          </p:nvSpPr>
          <p:spPr>
            <a:xfrm>
              <a:off x="4238176" y="68217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4622806" y="130628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4245433" y="193039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5" name="直线箭头连接符 14"/>
            <p:cNvCxnSpPr>
              <a:stCxn id="2" idx="0"/>
              <a:endCxn id="8" idx="4"/>
            </p:cNvCxnSpPr>
            <p:nvPr/>
          </p:nvCxnSpPr>
          <p:spPr>
            <a:xfrm flipV="1">
              <a:off x="3316515" y="1045035"/>
              <a:ext cx="362858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线箭头连接符 16"/>
            <p:cNvCxnSpPr>
              <a:stCxn id="2" idx="0"/>
              <a:endCxn id="9" idx="4"/>
            </p:cNvCxnSpPr>
            <p:nvPr/>
          </p:nvCxnSpPr>
          <p:spPr>
            <a:xfrm flipV="1">
              <a:off x="3316515" y="1045035"/>
              <a:ext cx="1103090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线箭头连接符 19"/>
            <p:cNvCxnSpPr>
              <a:stCxn id="4" idx="0"/>
              <a:endCxn id="2" idx="4"/>
            </p:cNvCxnSpPr>
            <p:nvPr/>
          </p:nvCxnSpPr>
          <p:spPr>
            <a:xfrm flipH="1" flipV="1">
              <a:off x="3316515" y="1669145"/>
              <a:ext cx="362858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/>
            <p:cNvCxnSpPr>
              <a:stCxn id="4" idx="0"/>
              <a:endCxn id="5" idx="4"/>
            </p:cNvCxnSpPr>
            <p:nvPr/>
          </p:nvCxnSpPr>
          <p:spPr>
            <a:xfrm flipV="1">
              <a:off x="3679373" y="1669145"/>
              <a:ext cx="370116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线箭头连接符 28"/>
            <p:cNvCxnSpPr>
              <a:stCxn id="11" idx="0"/>
              <a:endCxn id="5" idx="4"/>
            </p:cNvCxnSpPr>
            <p:nvPr/>
          </p:nvCxnSpPr>
          <p:spPr>
            <a:xfrm flipH="1" flipV="1">
              <a:off x="4049489" y="1669145"/>
              <a:ext cx="377373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线箭头连接符 34"/>
            <p:cNvCxnSpPr>
              <a:stCxn id="11" idx="0"/>
              <a:endCxn id="10" idx="4"/>
            </p:cNvCxnSpPr>
            <p:nvPr/>
          </p:nvCxnSpPr>
          <p:spPr>
            <a:xfrm flipV="1">
              <a:off x="4426862" y="1669145"/>
              <a:ext cx="377373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线箭头连接符 37"/>
            <p:cNvCxnSpPr>
              <a:stCxn id="4" idx="0"/>
              <a:endCxn id="10" idx="4"/>
            </p:cNvCxnSpPr>
            <p:nvPr/>
          </p:nvCxnSpPr>
          <p:spPr>
            <a:xfrm flipV="1">
              <a:off x="3679373" y="1669145"/>
              <a:ext cx="1124862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线箭头连接符 40"/>
            <p:cNvCxnSpPr>
              <a:stCxn id="11" idx="0"/>
              <a:endCxn id="2" idx="4"/>
            </p:cNvCxnSpPr>
            <p:nvPr/>
          </p:nvCxnSpPr>
          <p:spPr>
            <a:xfrm flipH="1" flipV="1">
              <a:off x="3316515" y="1669145"/>
              <a:ext cx="1110347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线箭头连接符 43"/>
            <p:cNvCxnSpPr>
              <a:stCxn id="5" idx="0"/>
              <a:endCxn id="8" idx="4"/>
            </p:cNvCxnSpPr>
            <p:nvPr/>
          </p:nvCxnSpPr>
          <p:spPr>
            <a:xfrm flipH="1" flipV="1">
              <a:off x="3679373" y="1045035"/>
              <a:ext cx="370116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线箭头连接符 46"/>
            <p:cNvCxnSpPr>
              <a:stCxn id="5" idx="0"/>
              <a:endCxn id="9" idx="4"/>
            </p:cNvCxnSpPr>
            <p:nvPr/>
          </p:nvCxnSpPr>
          <p:spPr>
            <a:xfrm flipV="1">
              <a:off x="4049489" y="1045035"/>
              <a:ext cx="370116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线箭头连接符 49"/>
            <p:cNvCxnSpPr>
              <a:stCxn id="10" idx="0"/>
              <a:endCxn id="9" idx="4"/>
            </p:cNvCxnSpPr>
            <p:nvPr/>
          </p:nvCxnSpPr>
          <p:spPr>
            <a:xfrm flipH="1" flipV="1">
              <a:off x="4419605" y="1045035"/>
              <a:ext cx="384630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线箭头连接符 52"/>
            <p:cNvCxnSpPr>
              <a:stCxn id="10" idx="0"/>
              <a:endCxn id="8" idx="4"/>
            </p:cNvCxnSpPr>
            <p:nvPr/>
          </p:nvCxnSpPr>
          <p:spPr>
            <a:xfrm flipH="1" flipV="1">
              <a:off x="3679373" y="1045035"/>
              <a:ext cx="1124862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/>
          </p:nvSpPr>
          <p:spPr>
            <a:xfrm>
              <a:off x="2619831" y="-137884"/>
              <a:ext cx="2859315" cy="3251200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0" name="椭圆 59"/>
          <p:cNvSpPr>
            <a:spLocks noChangeAspect="1"/>
          </p:cNvSpPr>
          <p:nvPr/>
        </p:nvSpPr>
        <p:spPr>
          <a:xfrm>
            <a:off x="2561341" y="5929093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/>
          <p:cNvSpPr>
            <a:spLocks noChangeAspect="1"/>
          </p:cNvSpPr>
          <p:nvPr/>
        </p:nvSpPr>
        <p:spPr>
          <a:xfrm>
            <a:off x="2924199" y="6553203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椭圆 65"/>
          <p:cNvSpPr>
            <a:spLocks noChangeAspect="1"/>
          </p:cNvSpPr>
          <p:nvPr/>
        </p:nvSpPr>
        <p:spPr>
          <a:xfrm>
            <a:off x="3294315" y="5929093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椭圆 83"/>
          <p:cNvSpPr>
            <a:spLocks noChangeAspect="1"/>
          </p:cNvSpPr>
          <p:nvPr/>
        </p:nvSpPr>
        <p:spPr>
          <a:xfrm>
            <a:off x="2924199" y="5304983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椭圆 84"/>
          <p:cNvSpPr>
            <a:spLocks noChangeAspect="1"/>
          </p:cNvSpPr>
          <p:nvPr/>
        </p:nvSpPr>
        <p:spPr>
          <a:xfrm>
            <a:off x="3664431" y="5304983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椭圆 85"/>
          <p:cNvSpPr>
            <a:spLocks noChangeAspect="1"/>
          </p:cNvSpPr>
          <p:nvPr/>
        </p:nvSpPr>
        <p:spPr>
          <a:xfrm>
            <a:off x="4049061" y="5929093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椭圆 86"/>
          <p:cNvSpPr>
            <a:spLocks noChangeAspect="1"/>
          </p:cNvSpPr>
          <p:nvPr/>
        </p:nvSpPr>
        <p:spPr>
          <a:xfrm>
            <a:off x="3671688" y="6553203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8" name="直线箭头连接符 87"/>
          <p:cNvCxnSpPr>
            <a:stCxn id="60" idx="0"/>
            <a:endCxn id="84" idx="4"/>
          </p:cNvCxnSpPr>
          <p:nvPr/>
        </p:nvCxnSpPr>
        <p:spPr>
          <a:xfrm flipV="1">
            <a:off x="2742770" y="5667841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线箭头连接符 88"/>
          <p:cNvCxnSpPr>
            <a:stCxn id="60" idx="0"/>
            <a:endCxn id="85" idx="4"/>
          </p:cNvCxnSpPr>
          <p:nvPr/>
        </p:nvCxnSpPr>
        <p:spPr>
          <a:xfrm flipV="1">
            <a:off x="2742770" y="5667841"/>
            <a:ext cx="1103090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线箭头连接符 91"/>
          <p:cNvCxnSpPr>
            <a:stCxn id="62" idx="0"/>
            <a:endCxn id="60" idx="4"/>
          </p:cNvCxnSpPr>
          <p:nvPr/>
        </p:nvCxnSpPr>
        <p:spPr>
          <a:xfrm flipH="1" flipV="1">
            <a:off x="2742770" y="6291951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线箭头连接符 92"/>
          <p:cNvCxnSpPr>
            <a:stCxn id="62" idx="0"/>
            <a:endCxn id="66" idx="4"/>
          </p:cNvCxnSpPr>
          <p:nvPr/>
        </p:nvCxnSpPr>
        <p:spPr>
          <a:xfrm flipV="1">
            <a:off x="3105628" y="6291951"/>
            <a:ext cx="370116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线箭头连接符 93"/>
          <p:cNvCxnSpPr>
            <a:stCxn id="87" idx="0"/>
            <a:endCxn id="66" idx="4"/>
          </p:cNvCxnSpPr>
          <p:nvPr/>
        </p:nvCxnSpPr>
        <p:spPr>
          <a:xfrm flipH="1" flipV="1">
            <a:off x="3475744" y="6291951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直线箭头连接符 94"/>
          <p:cNvCxnSpPr>
            <a:stCxn id="87" idx="0"/>
            <a:endCxn id="86" idx="4"/>
          </p:cNvCxnSpPr>
          <p:nvPr/>
        </p:nvCxnSpPr>
        <p:spPr>
          <a:xfrm flipV="1">
            <a:off x="3853117" y="6291951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线箭头连接符 95"/>
          <p:cNvCxnSpPr>
            <a:stCxn id="62" idx="0"/>
            <a:endCxn id="86" idx="4"/>
          </p:cNvCxnSpPr>
          <p:nvPr/>
        </p:nvCxnSpPr>
        <p:spPr>
          <a:xfrm flipV="1">
            <a:off x="3105628" y="6291951"/>
            <a:ext cx="1124862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线箭头连接符 96"/>
          <p:cNvCxnSpPr>
            <a:stCxn id="87" idx="0"/>
            <a:endCxn id="60" idx="4"/>
          </p:cNvCxnSpPr>
          <p:nvPr/>
        </p:nvCxnSpPr>
        <p:spPr>
          <a:xfrm flipH="1" flipV="1">
            <a:off x="2742770" y="6291951"/>
            <a:ext cx="1110347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直线箭头连接符 97"/>
          <p:cNvCxnSpPr>
            <a:stCxn id="66" idx="0"/>
            <a:endCxn id="84" idx="4"/>
          </p:cNvCxnSpPr>
          <p:nvPr/>
        </p:nvCxnSpPr>
        <p:spPr>
          <a:xfrm flipH="1" flipV="1">
            <a:off x="3105628" y="5667841"/>
            <a:ext cx="370116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直线箭头连接符 98"/>
          <p:cNvCxnSpPr>
            <a:stCxn id="66" idx="0"/>
            <a:endCxn id="85" idx="4"/>
          </p:cNvCxnSpPr>
          <p:nvPr/>
        </p:nvCxnSpPr>
        <p:spPr>
          <a:xfrm flipV="1">
            <a:off x="3475744" y="5667841"/>
            <a:ext cx="370116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直线箭头连接符 99"/>
          <p:cNvCxnSpPr>
            <a:stCxn id="86" idx="0"/>
            <a:endCxn id="85" idx="4"/>
          </p:cNvCxnSpPr>
          <p:nvPr/>
        </p:nvCxnSpPr>
        <p:spPr>
          <a:xfrm flipH="1" flipV="1">
            <a:off x="3845860" y="5667841"/>
            <a:ext cx="384630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直线箭头连接符 100"/>
          <p:cNvCxnSpPr>
            <a:stCxn id="86" idx="0"/>
            <a:endCxn id="84" idx="4"/>
          </p:cNvCxnSpPr>
          <p:nvPr/>
        </p:nvCxnSpPr>
        <p:spPr>
          <a:xfrm flipH="1" flipV="1">
            <a:off x="3105628" y="5667841"/>
            <a:ext cx="1124862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3" name="组合 102"/>
          <p:cNvGrpSpPr/>
          <p:nvPr/>
        </p:nvGrpSpPr>
        <p:grpSpPr>
          <a:xfrm>
            <a:off x="10295105" y="2053783"/>
            <a:ext cx="2859315" cy="3251200"/>
            <a:chOff x="2619831" y="-137884"/>
            <a:chExt cx="2859315" cy="3251200"/>
          </a:xfrm>
        </p:grpSpPr>
        <p:sp>
          <p:nvSpPr>
            <p:cNvPr id="104" name="椭圆 103"/>
            <p:cNvSpPr>
              <a:spLocks noChangeAspect="1"/>
            </p:cNvSpPr>
            <p:nvPr/>
          </p:nvSpPr>
          <p:spPr>
            <a:xfrm>
              <a:off x="3135086" y="130628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椭圆 104"/>
            <p:cNvSpPr>
              <a:spLocks noChangeAspect="1"/>
            </p:cNvSpPr>
            <p:nvPr/>
          </p:nvSpPr>
          <p:spPr>
            <a:xfrm>
              <a:off x="3497944" y="193039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椭圆 105"/>
            <p:cNvSpPr>
              <a:spLocks noChangeAspect="1"/>
            </p:cNvSpPr>
            <p:nvPr/>
          </p:nvSpPr>
          <p:spPr>
            <a:xfrm>
              <a:off x="3868060" y="130628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椭圆 106"/>
            <p:cNvSpPr>
              <a:spLocks noChangeAspect="1"/>
            </p:cNvSpPr>
            <p:nvPr/>
          </p:nvSpPr>
          <p:spPr>
            <a:xfrm>
              <a:off x="3497944" y="68217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8" name="椭圆 107"/>
            <p:cNvSpPr>
              <a:spLocks noChangeAspect="1"/>
            </p:cNvSpPr>
            <p:nvPr/>
          </p:nvSpPr>
          <p:spPr>
            <a:xfrm>
              <a:off x="4238176" y="68217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椭圆 108"/>
            <p:cNvSpPr>
              <a:spLocks noChangeAspect="1"/>
            </p:cNvSpPr>
            <p:nvPr/>
          </p:nvSpPr>
          <p:spPr>
            <a:xfrm>
              <a:off x="4622806" y="130628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椭圆 109"/>
            <p:cNvSpPr>
              <a:spLocks noChangeAspect="1"/>
            </p:cNvSpPr>
            <p:nvPr/>
          </p:nvSpPr>
          <p:spPr>
            <a:xfrm>
              <a:off x="4245433" y="193039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1" name="直线箭头连接符 110"/>
            <p:cNvCxnSpPr>
              <a:stCxn id="104" idx="0"/>
              <a:endCxn id="107" idx="4"/>
            </p:cNvCxnSpPr>
            <p:nvPr/>
          </p:nvCxnSpPr>
          <p:spPr>
            <a:xfrm flipV="1">
              <a:off x="3316515" y="1045035"/>
              <a:ext cx="362858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线箭头连接符 111"/>
            <p:cNvCxnSpPr>
              <a:stCxn id="104" idx="0"/>
              <a:endCxn id="108" idx="4"/>
            </p:cNvCxnSpPr>
            <p:nvPr/>
          </p:nvCxnSpPr>
          <p:spPr>
            <a:xfrm flipV="1">
              <a:off x="3316515" y="1045035"/>
              <a:ext cx="1103090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线箭头连接符 112"/>
            <p:cNvCxnSpPr>
              <a:stCxn id="105" idx="0"/>
              <a:endCxn id="104" idx="4"/>
            </p:cNvCxnSpPr>
            <p:nvPr/>
          </p:nvCxnSpPr>
          <p:spPr>
            <a:xfrm flipH="1" flipV="1">
              <a:off x="3316515" y="1669145"/>
              <a:ext cx="362858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线箭头连接符 113"/>
            <p:cNvCxnSpPr>
              <a:stCxn id="105" idx="0"/>
              <a:endCxn id="106" idx="4"/>
            </p:cNvCxnSpPr>
            <p:nvPr/>
          </p:nvCxnSpPr>
          <p:spPr>
            <a:xfrm flipV="1">
              <a:off x="3679373" y="1669145"/>
              <a:ext cx="370116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线箭头连接符 114"/>
            <p:cNvCxnSpPr>
              <a:stCxn id="110" idx="0"/>
              <a:endCxn id="106" idx="4"/>
            </p:cNvCxnSpPr>
            <p:nvPr/>
          </p:nvCxnSpPr>
          <p:spPr>
            <a:xfrm flipH="1" flipV="1">
              <a:off x="4049489" y="1669145"/>
              <a:ext cx="377373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线箭头连接符 115"/>
            <p:cNvCxnSpPr>
              <a:stCxn id="110" idx="0"/>
              <a:endCxn id="109" idx="4"/>
            </p:cNvCxnSpPr>
            <p:nvPr/>
          </p:nvCxnSpPr>
          <p:spPr>
            <a:xfrm flipV="1">
              <a:off x="4426862" y="1669145"/>
              <a:ext cx="377373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直线箭头连接符 116"/>
            <p:cNvCxnSpPr>
              <a:stCxn id="105" idx="0"/>
              <a:endCxn id="109" idx="4"/>
            </p:cNvCxnSpPr>
            <p:nvPr/>
          </p:nvCxnSpPr>
          <p:spPr>
            <a:xfrm flipV="1">
              <a:off x="3679373" y="1669145"/>
              <a:ext cx="1124862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直线箭头连接符 117"/>
            <p:cNvCxnSpPr>
              <a:stCxn id="110" idx="0"/>
              <a:endCxn id="104" idx="4"/>
            </p:cNvCxnSpPr>
            <p:nvPr/>
          </p:nvCxnSpPr>
          <p:spPr>
            <a:xfrm flipH="1" flipV="1">
              <a:off x="3316515" y="1669145"/>
              <a:ext cx="1110347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直线箭头连接符 118"/>
            <p:cNvCxnSpPr>
              <a:stCxn id="106" idx="0"/>
              <a:endCxn id="107" idx="4"/>
            </p:cNvCxnSpPr>
            <p:nvPr/>
          </p:nvCxnSpPr>
          <p:spPr>
            <a:xfrm flipH="1" flipV="1">
              <a:off x="3679373" y="1045035"/>
              <a:ext cx="370116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线箭头连接符 119"/>
            <p:cNvCxnSpPr>
              <a:stCxn id="106" idx="0"/>
              <a:endCxn id="108" idx="4"/>
            </p:cNvCxnSpPr>
            <p:nvPr/>
          </p:nvCxnSpPr>
          <p:spPr>
            <a:xfrm flipV="1">
              <a:off x="4049489" y="1045035"/>
              <a:ext cx="370116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直线箭头连接符 120"/>
            <p:cNvCxnSpPr>
              <a:stCxn id="109" idx="0"/>
              <a:endCxn id="108" idx="4"/>
            </p:cNvCxnSpPr>
            <p:nvPr/>
          </p:nvCxnSpPr>
          <p:spPr>
            <a:xfrm flipH="1" flipV="1">
              <a:off x="4419605" y="1045035"/>
              <a:ext cx="384630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线箭头连接符 121"/>
            <p:cNvCxnSpPr>
              <a:stCxn id="109" idx="0"/>
              <a:endCxn id="107" idx="4"/>
            </p:cNvCxnSpPr>
            <p:nvPr/>
          </p:nvCxnSpPr>
          <p:spPr>
            <a:xfrm flipH="1" flipV="1">
              <a:off x="3679373" y="1045035"/>
              <a:ext cx="1124862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3" name="矩形 122"/>
            <p:cNvSpPr/>
            <p:nvPr/>
          </p:nvSpPr>
          <p:spPr>
            <a:xfrm>
              <a:off x="2619831" y="-137884"/>
              <a:ext cx="2859315" cy="3251200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-962421" y="1872354"/>
            <a:ext cx="2859315" cy="3251200"/>
            <a:chOff x="2619831" y="-137884"/>
            <a:chExt cx="2859315" cy="3251200"/>
          </a:xfrm>
        </p:grpSpPr>
        <p:sp>
          <p:nvSpPr>
            <p:cNvPr id="125" name="椭圆 124"/>
            <p:cNvSpPr>
              <a:spLocks noChangeAspect="1"/>
            </p:cNvSpPr>
            <p:nvPr/>
          </p:nvSpPr>
          <p:spPr>
            <a:xfrm>
              <a:off x="3135086" y="130628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6" name="椭圆 125"/>
            <p:cNvSpPr>
              <a:spLocks noChangeAspect="1"/>
            </p:cNvSpPr>
            <p:nvPr/>
          </p:nvSpPr>
          <p:spPr>
            <a:xfrm>
              <a:off x="3497944" y="193039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7" name="椭圆 126"/>
            <p:cNvSpPr>
              <a:spLocks noChangeAspect="1"/>
            </p:cNvSpPr>
            <p:nvPr/>
          </p:nvSpPr>
          <p:spPr>
            <a:xfrm>
              <a:off x="3868060" y="130628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8" name="椭圆 127"/>
            <p:cNvSpPr>
              <a:spLocks noChangeAspect="1"/>
            </p:cNvSpPr>
            <p:nvPr/>
          </p:nvSpPr>
          <p:spPr>
            <a:xfrm>
              <a:off x="3497944" y="68217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9" name="椭圆 128"/>
            <p:cNvSpPr>
              <a:spLocks noChangeAspect="1"/>
            </p:cNvSpPr>
            <p:nvPr/>
          </p:nvSpPr>
          <p:spPr>
            <a:xfrm>
              <a:off x="4238176" y="68217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0" name="椭圆 129"/>
            <p:cNvSpPr>
              <a:spLocks noChangeAspect="1"/>
            </p:cNvSpPr>
            <p:nvPr/>
          </p:nvSpPr>
          <p:spPr>
            <a:xfrm>
              <a:off x="4622806" y="130628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1" name="椭圆 130"/>
            <p:cNvSpPr>
              <a:spLocks noChangeAspect="1"/>
            </p:cNvSpPr>
            <p:nvPr/>
          </p:nvSpPr>
          <p:spPr>
            <a:xfrm>
              <a:off x="4245433" y="1930397"/>
              <a:ext cx="362858" cy="362858"/>
            </a:xfrm>
            <a:prstGeom prst="ellipse">
              <a:avLst/>
            </a:prstGeom>
            <a:solidFill>
              <a:srgbClr val="EE7D3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32" name="直线箭头连接符 131"/>
            <p:cNvCxnSpPr>
              <a:stCxn id="125" idx="0"/>
              <a:endCxn id="128" idx="4"/>
            </p:cNvCxnSpPr>
            <p:nvPr/>
          </p:nvCxnSpPr>
          <p:spPr>
            <a:xfrm flipV="1">
              <a:off x="3316515" y="1045035"/>
              <a:ext cx="362858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直线箭头连接符 132"/>
            <p:cNvCxnSpPr>
              <a:stCxn id="125" idx="0"/>
              <a:endCxn id="129" idx="4"/>
            </p:cNvCxnSpPr>
            <p:nvPr/>
          </p:nvCxnSpPr>
          <p:spPr>
            <a:xfrm flipV="1">
              <a:off x="3316515" y="1045035"/>
              <a:ext cx="1103090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直线箭头连接符 133"/>
            <p:cNvCxnSpPr>
              <a:stCxn id="126" idx="0"/>
              <a:endCxn id="125" idx="4"/>
            </p:cNvCxnSpPr>
            <p:nvPr/>
          </p:nvCxnSpPr>
          <p:spPr>
            <a:xfrm flipH="1" flipV="1">
              <a:off x="3316515" y="1669145"/>
              <a:ext cx="362858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直线箭头连接符 134"/>
            <p:cNvCxnSpPr>
              <a:stCxn id="126" idx="0"/>
              <a:endCxn id="127" idx="4"/>
            </p:cNvCxnSpPr>
            <p:nvPr/>
          </p:nvCxnSpPr>
          <p:spPr>
            <a:xfrm flipV="1">
              <a:off x="3679373" y="1669145"/>
              <a:ext cx="370116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直线箭头连接符 135"/>
            <p:cNvCxnSpPr>
              <a:stCxn id="131" idx="0"/>
              <a:endCxn id="127" idx="4"/>
            </p:cNvCxnSpPr>
            <p:nvPr/>
          </p:nvCxnSpPr>
          <p:spPr>
            <a:xfrm flipH="1" flipV="1">
              <a:off x="4049489" y="1669145"/>
              <a:ext cx="377373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直线箭头连接符 136"/>
            <p:cNvCxnSpPr>
              <a:stCxn id="131" idx="0"/>
              <a:endCxn id="130" idx="4"/>
            </p:cNvCxnSpPr>
            <p:nvPr/>
          </p:nvCxnSpPr>
          <p:spPr>
            <a:xfrm flipV="1">
              <a:off x="4426862" y="1669145"/>
              <a:ext cx="377373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直线箭头连接符 137"/>
            <p:cNvCxnSpPr>
              <a:stCxn id="126" idx="0"/>
              <a:endCxn id="130" idx="4"/>
            </p:cNvCxnSpPr>
            <p:nvPr/>
          </p:nvCxnSpPr>
          <p:spPr>
            <a:xfrm flipV="1">
              <a:off x="3679373" y="1669145"/>
              <a:ext cx="1124862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直线箭头连接符 138"/>
            <p:cNvCxnSpPr>
              <a:stCxn id="131" idx="0"/>
              <a:endCxn id="125" idx="4"/>
            </p:cNvCxnSpPr>
            <p:nvPr/>
          </p:nvCxnSpPr>
          <p:spPr>
            <a:xfrm flipH="1" flipV="1">
              <a:off x="3316515" y="1669145"/>
              <a:ext cx="1110347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线箭头连接符 139"/>
            <p:cNvCxnSpPr>
              <a:stCxn id="127" idx="0"/>
              <a:endCxn id="128" idx="4"/>
            </p:cNvCxnSpPr>
            <p:nvPr/>
          </p:nvCxnSpPr>
          <p:spPr>
            <a:xfrm flipH="1" flipV="1">
              <a:off x="3679373" y="1045035"/>
              <a:ext cx="370116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直线箭头连接符 140"/>
            <p:cNvCxnSpPr>
              <a:stCxn id="127" idx="0"/>
              <a:endCxn id="129" idx="4"/>
            </p:cNvCxnSpPr>
            <p:nvPr/>
          </p:nvCxnSpPr>
          <p:spPr>
            <a:xfrm flipV="1">
              <a:off x="4049489" y="1045035"/>
              <a:ext cx="370116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直线箭头连接符 141"/>
            <p:cNvCxnSpPr>
              <a:stCxn id="130" idx="0"/>
              <a:endCxn id="129" idx="4"/>
            </p:cNvCxnSpPr>
            <p:nvPr/>
          </p:nvCxnSpPr>
          <p:spPr>
            <a:xfrm flipH="1" flipV="1">
              <a:off x="4419605" y="1045035"/>
              <a:ext cx="384630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线箭头连接符 142"/>
            <p:cNvCxnSpPr>
              <a:stCxn id="130" idx="0"/>
              <a:endCxn id="128" idx="4"/>
            </p:cNvCxnSpPr>
            <p:nvPr/>
          </p:nvCxnSpPr>
          <p:spPr>
            <a:xfrm flipH="1" flipV="1">
              <a:off x="3679373" y="1045035"/>
              <a:ext cx="1124862" cy="261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4" name="矩形 143"/>
            <p:cNvSpPr/>
            <p:nvPr/>
          </p:nvSpPr>
          <p:spPr>
            <a:xfrm>
              <a:off x="2619831" y="-137884"/>
              <a:ext cx="2859315" cy="3251200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45" name="椭圆 144"/>
          <p:cNvSpPr>
            <a:spLocks noChangeAspect="1"/>
          </p:cNvSpPr>
          <p:nvPr/>
        </p:nvSpPr>
        <p:spPr>
          <a:xfrm>
            <a:off x="4711018" y="5929093"/>
            <a:ext cx="362858" cy="362858"/>
          </a:xfrm>
          <a:prstGeom prst="ellipse">
            <a:avLst/>
          </a:prstGeom>
          <a:solidFill>
            <a:srgbClr val="C6E0B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6" name="椭圆 145"/>
          <p:cNvSpPr>
            <a:spLocks noChangeAspect="1"/>
          </p:cNvSpPr>
          <p:nvPr/>
        </p:nvSpPr>
        <p:spPr>
          <a:xfrm>
            <a:off x="5073876" y="6553203"/>
            <a:ext cx="362858" cy="362858"/>
          </a:xfrm>
          <a:prstGeom prst="ellipse">
            <a:avLst/>
          </a:prstGeom>
          <a:solidFill>
            <a:srgbClr val="C6E0B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椭圆 146"/>
          <p:cNvSpPr>
            <a:spLocks noChangeAspect="1"/>
          </p:cNvSpPr>
          <p:nvPr/>
        </p:nvSpPr>
        <p:spPr>
          <a:xfrm>
            <a:off x="5443992" y="5929093"/>
            <a:ext cx="362858" cy="362858"/>
          </a:xfrm>
          <a:prstGeom prst="ellipse">
            <a:avLst/>
          </a:prstGeom>
          <a:solidFill>
            <a:srgbClr val="C6E0B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椭圆 147"/>
          <p:cNvSpPr>
            <a:spLocks noChangeAspect="1"/>
          </p:cNvSpPr>
          <p:nvPr/>
        </p:nvSpPr>
        <p:spPr>
          <a:xfrm>
            <a:off x="5073876" y="5304983"/>
            <a:ext cx="362858" cy="362858"/>
          </a:xfrm>
          <a:prstGeom prst="ellipse">
            <a:avLst/>
          </a:prstGeom>
          <a:solidFill>
            <a:srgbClr val="C6E0B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椭圆 148"/>
          <p:cNvSpPr>
            <a:spLocks noChangeAspect="1"/>
          </p:cNvSpPr>
          <p:nvPr/>
        </p:nvSpPr>
        <p:spPr>
          <a:xfrm>
            <a:off x="5814108" y="5304983"/>
            <a:ext cx="362858" cy="362858"/>
          </a:xfrm>
          <a:prstGeom prst="ellipse">
            <a:avLst/>
          </a:prstGeom>
          <a:solidFill>
            <a:srgbClr val="C6E0B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椭圆 149"/>
          <p:cNvSpPr>
            <a:spLocks noChangeAspect="1"/>
          </p:cNvSpPr>
          <p:nvPr/>
        </p:nvSpPr>
        <p:spPr>
          <a:xfrm>
            <a:off x="6198738" y="5929093"/>
            <a:ext cx="362858" cy="362858"/>
          </a:xfrm>
          <a:prstGeom prst="ellipse">
            <a:avLst/>
          </a:prstGeom>
          <a:solidFill>
            <a:srgbClr val="C6E0B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椭圆 150"/>
          <p:cNvSpPr>
            <a:spLocks noChangeAspect="1"/>
          </p:cNvSpPr>
          <p:nvPr/>
        </p:nvSpPr>
        <p:spPr>
          <a:xfrm>
            <a:off x="5821365" y="6553203"/>
            <a:ext cx="362858" cy="362858"/>
          </a:xfrm>
          <a:prstGeom prst="ellipse">
            <a:avLst/>
          </a:prstGeom>
          <a:solidFill>
            <a:srgbClr val="C6E0B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2" name="直线箭头连接符 151"/>
          <p:cNvCxnSpPr>
            <a:stCxn id="145" idx="0"/>
            <a:endCxn id="148" idx="4"/>
          </p:cNvCxnSpPr>
          <p:nvPr/>
        </p:nvCxnSpPr>
        <p:spPr>
          <a:xfrm flipV="1">
            <a:off x="4892447" y="5667841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直线箭头连接符 152"/>
          <p:cNvCxnSpPr>
            <a:stCxn id="145" idx="0"/>
            <a:endCxn id="149" idx="4"/>
          </p:cNvCxnSpPr>
          <p:nvPr/>
        </p:nvCxnSpPr>
        <p:spPr>
          <a:xfrm flipV="1">
            <a:off x="4892447" y="5667841"/>
            <a:ext cx="1103090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直线箭头连接符 153"/>
          <p:cNvCxnSpPr>
            <a:stCxn id="146" idx="0"/>
            <a:endCxn id="145" idx="4"/>
          </p:cNvCxnSpPr>
          <p:nvPr/>
        </p:nvCxnSpPr>
        <p:spPr>
          <a:xfrm flipH="1" flipV="1">
            <a:off x="4892447" y="6291951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直线箭头连接符 154"/>
          <p:cNvCxnSpPr>
            <a:stCxn id="146" idx="0"/>
            <a:endCxn id="147" idx="4"/>
          </p:cNvCxnSpPr>
          <p:nvPr/>
        </p:nvCxnSpPr>
        <p:spPr>
          <a:xfrm flipV="1">
            <a:off x="5255305" y="6291951"/>
            <a:ext cx="370116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直线箭头连接符 155"/>
          <p:cNvCxnSpPr>
            <a:stCxn id="151" idx="0"/>
            <a:endCxn id="147" idx="4"/>
          </p:cNvCxnSpPr>
          <p:nvPr/>
        </p:nvCxnSpPr>
        <p:spPr>
          <a:xfrm flipH="1" flipV="1">
            <a:off x="5625421" y="6291951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线箭头连接符 156"/>
          <p:cNvCxnSpPr>
            <a:stCxn id="151" idx="0"/>
            <a:endCxn id="150" idx="4"/>
          </p:cNvCxnSpPr>
          <p:nvPr/>
        </p:nvCxnSpPr>
        <p:spPr>
          <a:xfrm flipV="1">
            <a:off x="6002794" y="6291951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直线箭头连接符 157"/>
          <p:cNvCxnSpPr>
            <a:stCxn id="146" idx="0"/>
            <a:endCxn id="150" idx="4"/>
          </p:cNvCxnSpPr>
          <p:nvPr/>
        </p:nvCxnSpPr>
        <p:spPr>
          <a:xfrm flipV="1">
            <a:off x="5255305" y="6291951"/>
            <a:ext cx="1124862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直线箭头连接符 158"/>
          <p:cNvCxnSpPr>
            <a:stCxn id="151" idx="0"/>
            <a:endCxn id="145" idx="4"/>
          </p:cNvCxnSpPr>
          <p:nvPr/>
        </p:nvCxnSpPr>
        <p:spPr>
          <a:xfrm flipH="1" flipV="1">
            <a:off x="4892447" y="6291951"/>
            <a:ext cx="1110347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0" name="直线箭头连接符 159"/>
          <p:cNvCxnSpPr>
            <a:stCxn id="147" idx="0"/>
            <a:endCxn id="148" idx="4"/>
          </p:cNvCxnSpPr>
          <p:nvPr/>
        </p:nvCxnSpPr>
        <p:spPr>
          <a:xfrm flipH="1" flipV="1">
            <a:off x="5255305" y="5667841"/>
            <a:ext cx="370116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" name="直线箭头连接符 160"/>
          <p:cNvCxnSpPr>
            <a:stCxn id="147" idx="0"/>
            <a:endCxn id="149" idx="4"/>
          </p:cNvCxnSpPr>
          <p:nvPr/>
        </p:nvCxnSpPr>
        <p:spPr>
          <a:xfrm flipV="1">
            <a:off x="5625421" y="5667841"/>
            <a:ext cx="370116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直线箭头连接符 161"/>
          <p:cNvCxnSpPr>
            <a:stCxn id="150" idx="0"/>
            <a:endCxn id="149" idx="4"/>
          </p:cNvCxnSpPr>
          <p:nvPr/>
        </p:nvCxnSpPr>
        <p:spPr>
          <a:xfrm flipH="1" flipV="1">
            <a:off x="5995537" y="5667841"/>
            <a:ext cx="384630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线箭头连接符 162"/>
          <p:cNvCxnSpPr>
            <a:stCxn id="150" idx="0"/>
            <a:endCxn id="148" idx="4"/>
          </p:cNvCxnSpPr>
          <p:nvPr/>
        </p:nvCxnSpPr>
        <p:spPr>
          <a:xfrm flipH="1" flipV="1">
            <a:off x="5255305" y="5667841"/>
            <a:ext cx="1124862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4" name="椭圆 163"/>
          <p:cNvSpPr>
            <a:spLocks noChangeAspect="1"/>
          </p:cNvSpPr>
          <p:nvPr/>
        </p:nvSpPr>
        <p:spPr>
          <a:xfrm>
            <a:off x="7711334" y="5929093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椭圆 164"/>
          <p:cNvSpPr>
            <a:spLocks noChangeAspect="1"/>
          </p:cNvSpPr>
          <p:nvPr/>
        </p:nvSpPr>
        <p:spPr>
          <a:xfrm>
            <a:off x="8074192" y="6553203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6" name="椭圆 165"/>
          <p:cNvSpPr>
            <a:spLocks noChangeAspect="1"/>
          </p:cNvSpPr>
          <p:nvPr/>
        </p:nvSpPr>
        <p:spPr>
          <a:xfrm>
            <a:off x="8444308" y="5929093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7" name="椭圆 166"/>
          <p:cNvSpPr>
            <a:spLocks noChangeAspect="1"/>
          </p:cNvSpPr>
          <p:nvPr/>
        </p:nvSpPr>
        <p:spPr>
          <a:xfrm>
            <a:off x="8074192" y="5304983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8" name="椭圆 167"/>
          <p:cNvSpPr>
            <a:spLocks noChangeAspect="1"/>
          </p:cNvSpPr>
          <p:nvPr/>
        </p:nvSpPr>
        <p:spPr>
          <a:xfrm>
            <a:off x="8814424" y="5304983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9" name="椭圆 168"/>
          <p:cNvSpPr>
            <a:spLocks noChangeAspect="1"/>
          </p:cNvSpPr>
          <p:nvPr/>
        </p:nvSpPr>
        <p:spPr>
          <a:xfrm>
            <a:off x="9199054" y="5929093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0" name="椭圆 169"/>
          <p:cNvSpPr>
            <a:spLocks noChangeAspect="1"/>
          </p:cNvSpPr>
          <p:nvPr/>
        </p:nvSpPr>
        <p:spPr>
          <a:xfrm>
            <a:off x="8821681" y="6553203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1" name="直线箭头连接符 170"/>
          <p:cNvCxnSpPr>
            <a:stCxn id="164" idx="0"/>
            <a:endCxn id="167" idx="4"/>
          </p:cNvCxnSpPr>
          <p:nvPr/>
        </p:nvCxnSpPr>
        <p:spPr>
          <a:xfrm flipV="1">
            <a:off x="7892763" y="5667841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线箭头连接符 171"/>
          <p:cNvCxnSpPr>
            <a:stCxn id="164" idx="0"/>
            <a:endCxn id="168" idx="4"/>
          </p:cNvCxnSpPr>
          <p:nvPr/>
        </p:nvCxnSpPr>
        <p:spPr>
          <a:xfrm flipV="1">
            <a:off x="7892763" y="5667841"/>
            <a:ext cx="1103090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直线箭头连接符 172"/>
          <p:cNvCxnSpPr>
            <a:stCxn id="165" idx="0"/>
            <a:endCxn id="164" idx="4"/>
          </p:cNvCxnSpPr>
          <p:nvPr/>
        </p:nvCxnSpPr>
        <p:spPr>
          <a:xfrm flipH="1" flipV="1">
            <a:off x="7892763" y="6291951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直线箭头连接符 173"/>
          <p:cNvCxnSpPr>
            <a:stCxn id="165" idx="0"/>
            <a:endCxn id="166" idx="4"/>
          </p:cNvCxnSpPr>
          <p:nvPr/>
        </p:nvCxnSpPr>
        <p:spPr>
          <a:xfrm flipV="1">
            <a:off x="8255621" y="6291951"/>
            <a:ext cx="370116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直线箭头连接符 174"/>
          <p:cNvCxnSpPr>
            <a:stCxn id="170" idx="0"/>
            <a:endCxn id="166" idx="4"/>
          </p:cNvCxnSpPr>
          <p:nvPr/>
        </p:nvCxnSpPr>
        <p:spPr>
          <a:xfrm flipH="1" flipV="1">
            <a:off x="8625737" y="6291951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直线箭头连接符 175"/>
          <p:cNvCxnSpPr>
            <a:stCxn id="170" idx="0"/>
            <a:endCxn id="169" idx="4"/>
          </p:cNvCxnSpPr>
          <p:nvPr/>
        </p:nvCxnSpPr>
        <p:spPr>
          <a:xfrm flipV="1">
            <a:off x="9003110" y="6291951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直线箭头连接符 176"/>
          <p:cNvCxnSpPr>
            <a:stCxn id="165" idx="0"/>
            <a:endCxn id="169" idx="4"/>
          </p:cNvCxnSpPr>
          <p:nvPr/>
        </p:nvCxnSpPr>
        <p:spPr>
          <a:xfrm flipV="1">
            <a:off x="8255621" y="6291951"/>
            <a:ext cx="1124862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直线箭头连接符 177"/>
          <p:cNvCxnSpPr>
            <a:stCxn id="170" idx="0"/>
            <a:endCxn id="164" idx="4"/>
          </p:cNvCxnSpPr>
          <p:nvPr/>
        </p:nvCxnSpPr>
        <p:spPr>
          <a:xfrm flipH="1" flipV="1">
            <a:off x="7892763" y="6291951"/>
            <a:ext cx="1110347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9" name="直线箭头连接符 178"/>
          <p:cNvCxnSpPr>
            <a:stCxn id="166" idx="0"/>
            <a:endCxn id="167" idx="4"/>
          </p:cNvCxnSpPr>
          <p:nvPr/>
        </p:nvCxnSpPr>
        <p:spPr>
          <a:xfrm flipH="1" flipV="1">
            <a:off x="8255621" y="5667841"/>
            <a:ext cx="370116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0" name="直线箭头连接符 179"/>
          <p:cNvCxnSpPr>
            <a:stCxn id="166" idx="0"/>
            <a:endCxn id="168" idx="4"/>
          </p:cNvCxnSpPr>
          <p:nvPr/>
        </p:nvCxnSpPr>
        <p:spPr>
          <a:xfrm flipV="1">
            <a:off x="8625737" y="5667841"/>
            <a:ext cx="370116" cy="261252"/>
          </a:xfrm>
          <a:prstGeom prst="straightConnector1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1" name="直线箭头连接符 180"/>
          <p:cNvCxnSpPr>
            <a:stCxn id="169" idx="0"/>
            <a:endCxn id="168" idx="4"/>
          </p:cNvCxnSpPr>
          <p:nvPr/>
        </p:nvCxnSpPr>
        <p:spPr>
          <a:xfrm flipH="1" flipV="1">
            <a:off x="8995853" y="5667841"/>
            <a:ext cx="384630" cy="261252"/>
          </a:xfrm>
          <a:prstGeom prst="straightConnector1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2" name="直线箭头连接符 181"/>
          <p:cNvCxnSpPr>
            <a:stCxn id="169" idx="0"/>
            <a:endCxn id="167" idx="4"/>
          </p:cNvCxnSpPr>
          <p:nvPr/>
        </p:nvCxnSpPr>
        <p:spPr>
          <a:xfrm flipH="1" flipV="1">
            <a:off x="8255621" y="5667841"/>
            <a:ext cx="1124862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3" name="矩形 182"/>
          <p:cNvSpPr/>
          <p:nvPr/>
        </p:nvSpPr>
        <p:spPr>
          <a:xfrm>
            <a:off x="2309569" y="4516169"/>
            <a:ext cx="7572858" cy="325120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84" name="椭圆 183"/>
          <p:cNvSpPr>
            <a:spLocks noChangeAspect="1"/>
          </p:cNvSpPr>
          <p:nvPr/>
        </p:nvSpPr>
        <p:spPr>
          <a:xfrm>
            <a:off x="2561341" y="11458582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5" name="椭圆 184"/>
          <p:cNvSpPr>
            <a:spLocks noChangeAspect="1"/>
          </p:cNvSpPr>
          <p:nvPr/>
        </p:nvSpPr>
        <p:spPr>
          <a:xfrm>
            <a:off x="2924199" y="12082692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6" name="椭圆 185"/>
          <p:cNvSpPr>
            <a:spLocks noChangeAspect="1"/>
          </p:cNvSpPr>
          <p:nvPr/>
        </p:nvSpPr>
        <p:spPr>
          <a:xfrm>
            <a:off x="3294315" y="11458582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7" name="椭圆 186"/>
          <p:cNvSpPr>
            <a:spLocks noChangeAspect="1"/>
          </p:cNvSpPr>
          <p:nvPr/>
        </p:nvSpPr>
        <p:spPr>
          <a:xfrm>
            <a:off x="2924199" y="10834472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8" name="椭圆 187"/>
          <p:cNvSpPr>
            <a:spLocks noChangeAspect="1"/>
          </p:cNvSpPr>
          <p:nvPr/>
        </p:nvSpPr>
        <p:spPr>
          <a:xfrm>
            <a:off x="3664431" y="10834472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椭圆 188"/>
          <p:cNvSpPr>
            <a:spLocks noChangeAspect="1"/>
          </p:cNvSpPr>
          <p:nvPr/>
        </p:nvSpPr>
        <p:spPr>
          <a:xfrm>
            <a:off x="4049061" y="11458582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0" name="椭圆 189"/>
          <p:cNvSpPr>
            <a:spLocks noChangeAspect="1"/>
          </p:cNvSpPr>
          <p:nvPr/>
        </p:nvSpPr>
        <p:spPr>
          <a:xfrm>
            <a:off x="3671688" y="12082692"/>
            <a:ext cx="362858" cy="362858"/>
          </a:xfrm>
          <a:prstGeom prst="ellipse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1" name="直线箭头连接符 190"/>
          <p:cNvCxnSpPr>
            <a:stCxn id="184" idx="0"/>
            <a:endCxn id="187" idx="4"/>
          </p:cNvCxnSpPr>
          <p:nvPr/>
        </p:nvCxnSpPr>
        <p:spPr>
          <a:xfrm flipV="1">
            <a:off x="2742770" y="11197330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直线箭头连接符 191"/>
          <p:cNvCxnSpPr>
            <a:stCxn id="184" idx="0"/>
            <a:endCxn id="188" idx="4"/>
          </p:cNvCxnSpPr>
          <p:nvPr/>
        </p:nvCxnSpPr>
        <p:spPr>
          <a:xfrm flipV="1">
            <a:off x="2742770" y="11197330"/>
            <a:ext cx="1103090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直线箭头连接符 192"/>
          <p:cNvCxnSpPr>
            <a:stCxn id="185" idx="0"/>
            <a:endCxn id="184" idx="4"/>
          </p:cNvCxnSpPr>
          <p:nvPr/>
        </p:nvCxnSpPr>
        <p:spPr>
          <a:xfrm flipH="1" flipV="1">
            <a:off x="2742770" y="11821440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直线箭头连接符 193"/>
          <p:cNvCxnSpPr>
            <a:stCxn id="185" idx="0"/>
            <a:endCxn id="186" idx="4"/>
          </p:cNvCxnSpPr>
          <p:nvPr/>
        </p:nvCxnSpPr>
        <p:spPr>
          <a:xfrm flipV="1">
            <a:off x="3105628" y="11821440"/>
            <a:ext cx="370116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线箭头连接符 194"/>
          <p:cNvCxnSpPr>
            <a:stCxn id="190" idx="0"/>
            <a:endCxn id="186" idx="4"/>
          </p:cNvCxnSpPr>
          <p:nvPr/>
        </p:nvCxnSpPr>
        <p:spPr>
          <a:xfrm flipH="1" flipV="1">
            <a:off x="3475744" y="11821440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直线箭头连接符 195"/>
          <p:cNvCxnSpPr>
            <a:stCxn id="190" idx="0"/>
            <a:endCxn id="189" idx="4"/>
          </p:cNvCxnSpPr>
          <p:nvPr/>
        </p:nvCxnSpPr>
        <p:spPr>
          <a:xfrm flipV="1">
            <a:off x="3853117" y="11821440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直线箭头连接符 196"/>
          <p:cNvCxnSpPr>
            <a:stCxn id="185" idx="0"/>
            <a:endCxn id="189" idx="4"/>
          </p:cNvCxnSpPr>
          <p:nvPr/>
        </p:nvCxnSpPr>
        <p:spPr>
          <a:xfrm flipV="1">
            <a:off x="3105628" y="11821440"/>
            <a:ext cx="1124862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直线箭头连接符 197"/>
          <p:cNvCxnSpPr>
            <a:stCxn id="190" idx="0"/>
            <a:endCxn id="184" idx="4"/>
          </p:cNvCxnSpPr>
          <p:nvPr/>
        </p:nvCxnSpPr>
        <p:spPr>
          <a:xfrm flipH="1" flipV="1">
            <a:off x="2742770" y="11821440"/>
            <a:ext cx="1110347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直线箭头连接符 198"/>
          <p:cNvCxnSpPr>
            <a:stCxn id="186" idx="0"/>
            <a:endCxn id="187" idx="4"/>
          </p:cNvCxnSpPr>
          <p:nvPr/>
        </p:nvCxnSpPr>
        <p:spPr>
          <a:xfrm flipH="1" flipV="1">
            <a:off x="3105628" y="11197330"/>
            <a:ext cx="370116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直线箭头连接符 199"/>
          <p:cNvCxnSpPr>
            <a:stCxn id="186" idx="0"/>
            <a:endCxn id="188" idx="4"/>
          </p:cNvCxnSpPr>
          <p:nvPr/>
        </p:nvCxnSpPr>
        <p:spPr>
          <a:xfrm flipV="1">
            <a:off x="3475744" y="11197330"/>
            <a:ext cx="370116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直线箭头连接符 200"/>
          <p:cNvCxnSpPr>
            <a:stCxn id="189" idx="0"/>
            <a:endCxn id="188" idx="4"/>
          </p:cNvCxnSpPr>
          <p:nvPr/>
        </p:nvCxnSpPr>
        <p:spPr>
          <a:xfrm flipH="1" flipV="1">
            <a:off x="3845860" y="11197330"/>
            <a:ext cx="384630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直线箭头连接符 201"/>
          <p:cNvCxnSpPr>
            <a:stCxn id="189" idx="0"/>
            <a:endCxn id="187" idx="4"/>
          </p:cNvCxnSpPr>
          <p:nvPr/>
        </p:nvCxnSpPr>
        <p:spPr>
          <a:xfrm flipH="1" flipV="1">
            <a:off x="3105628" y="11197330"/>
            <a:ext cx="1124862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3" name="文本框 202"/>
          <p:cNvSpPr txBox="1"/>
          <p:nvPr/>
        </p:nvSpPr>
        <p:spPr>
          <a:xfrm>
            <a:off x="6880042" y="5680104"/>
            <a:ext cx="6687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5400" dirty="0"/>
              <a:t>…</a:t>
            </a:r>
            <a:endParaRPr kumimoji="1" lang="zh-CN" altLang="en-US" sz="5400" dirty="0"/>
          </a:p>
        </p:txBody>
      </p:sp>
      <p:sp>
        <p:nvSpPr>
          <p:cNvPr id="204" name="椭圆 203"/>
          <p:cNvSpPr>
            <a:spLocks noChangeAspect="1"/>
          </p:cNvSpPr>
          <p:nvPr/>
        </p:nvSpPr>
        <p:spPr>
          <a:xfrm>
            <a:off x="7722213" y="11458582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5" name="椭圆 204"/>
          <p:cNvSpPr>
            <a:spLocks noChangeAspect="1"/>
          </p:cNvSpPr>
          <p:nvPr/>
        </p:nvSpPr>
        <p:spPr>
          <a:xfrm>
            <a:off x="8085071" y="12082692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椭圆 205"/>
          <p:cNvSpPr>
            <a:spLocks noChangeAspect="1"/>
          </p:cNvSpPr>
          <p:nvPr/>
        </p:nvSpPr>
        <p:spPr>
          <a:xfrm>
            <a:off x="8455187" y="11458582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7" name="椭圆 206"/>
          <p:cNvSpPr>
            <a:spLocks noChangeAspect="1"/>
          </p:cNvSpPr>
          <p:nvPr/>
        </p:nvSpPr>
        <p:spPr>
          <a:xfrm>
            <a:off x="8085071" y="10834472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8" name="椭圆 207"/>
          <p:cNvSpPr>
            <a:spLocks noChangeAspect="1"/>
          </p:cNvSpPr>
          <p:nvPr/>
        </p:nvSpPr>
        <p:spPr>
          <a:xfrm>
            <a:off x="8825303" y="10834472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9" name="椭圆 208"/>
          <p:cNvSpPr>
            <a:spLocks noChangeAspect="1"/>
          </p:cNvSpPr>
          <p:nvPr/>
        </p:nvSpPr>
        <p:spPr>
          <a:xfrm>
            <a:off x="9209933" y="11458582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0" name="椭圆 209"/>
          <p:cNvSpPr>
            <a:spLocks noChangeAspect="1"/>
          </p:cNvSpPr>
          <p:nvPr/>
        </p:nvSpPr>
        <p:spPr>
          <a:xfrm>
            <a:off x="8832560" y="12082692"/>
            <a:ext cx="362858" cy="362858"/>
          </a:xfrm>
          <a:prstGeom prst="ellipse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1" name="直线箭头连接符 210"/>
          <p:cNvCxnSpPr>
            <a:stCxn id="204" idx="0"/>
            <a:endCxn id="207" idx="4"/>
          </p:cNvCxnSpPr>
          <p:nvPr/>
        </p:nvCxnSpPr>
        <p:spPr>
          <a:xfrm flipV="1">
            <a:off x="7903642" y="11197330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直线箭头连接符 211"/>
          <p:cNvCxnSpPr>
            <a:stCxn id="204" idx="0"/>
            <a:endCxn id="208" idx="4"/>
          </p:cNvCxnSpPr>
          <p:nvPr/>
        </p:nvCxnSpPr>
        <p:spPr>
          <a:xfrm flipV="1">
            <a:off x="7903642" y="11197330"/>
            <a:ext cx="1103090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直线箭头连接符 212"/>
          <p:cNvCxnSpPr>
            <a:stCxn id="205" idx="0"/>
            <a:endCxn id="204" idx="4"/>
          </p:cNvCxnSpPr>
          <p:nvPr/>
        </p:nvCxnSpPr>
        <p:spPr>
          <a:xfrm flipH="1" flipV="1">
            <a:off x="7903642" y="11821440"/>
            <a:ext cx="362858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直线箭头连接符 213"/>
          <p:cNvCxnSpPr>
            <a:stCxn id="205" idx="0"/>
            <a:endCxn id="206" idx="4"/>
          </p:cNvCxnSpPr>
          <p:nvPr/>
        </p:nvCxnSpPr>
        <p:spPr>
          <a:xfrm flipV="1">
            <a:off x="8266500" y="11821440"/>
            <a:ext cx="370116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直线箭头连接符 214"/>
          <p:cNvCxnSpPr>
            <a:stCxn id="210" idx="0"/>
            <a:endCxn id="206" idx="4"/>
          </p:cNvCxnSpPr>
          <p:nvPr/>
        </p:nvCxnSpPr>
        <p:spPr>
          <a:xfrm flipH="1" flipV="1">
            <a:off x="8636616" y="11821440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直线箭头连接符 215"/>
          <p:cNvCxnSpPr>
            <a:stCxn id="210" idx="0"/>
            <a:endCxn id="209" idx="4"/>
          </p:cNvCxnSpPr>
          <p:nvPr/>
        </p:nvCxnSpPr>
        <p:spPr>
          <a:xfrm flipV="1">
            <a:off x="9013989" y="11821440"/>
            <a:ext cx="377373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7" name="直线箭头连接符 216"/>
          <p:cNvCxnSpPr>
            <a:stCxn id="205" idx="0"/>
            <a:endCxn id="209" idx="4"/>
          </p:cNvCxnSpPr>
          <p:nvPr/>
        </p:nvCxnSpPr>
        <p:spPr>
          <a:xfrm flipV="1">
            <a:off x="8266500" y="11821440"/>
            <a:ext cx="1124862" cy="26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直线箭头连接符 217"/>
          <p:cNvCxnSpPr>
            <a:stCxn id="210" idx="0"/>
            <a:endCxn id="204" idx="4"/>
          </p:cNvCxnSpPr>
          <p:nvPr/>
        </p:nvCxnSpPr>
        <p:spPr>
          <a:xfrm flipH="1" flipV="1">
            <a:off x="7903642" y="11821440"/>
            <a:ext cx="1110347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9" name="直线箭头连接符 218"/>
          <p:cNvCxnSpPr>
            <a:stCxn id="206" idx="0"/>
            <a:endCxn id="207" idx="4"/>
          </p:cNvCxnSpPr>
          <p:nvPr/>
        </p:nvCxnSpPr>
        <p:spPr>
          <a:xfrm flipH="1" flipV="1">
            <a:off x="8266500" y="11197330"/>
            <a:ext cx="370116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0" name="直线箭头连接符 219"/>
          <p:cNvCxnSpPr>
            <a:stCxn id="206" idx="0"/>
            <a:endCxn id="208" idx="4"/>
          </p:cNvCxnSpPr>
          <p:nvPr/>
        </p:nvCxnSpPr>
        <p:spPr>
          <a:xfrm flipV="1">
            <a:off x="8636616" y="11197330"/>
            <a:ext cx="370116" cy="261252"/>
          </a:xfrm>
          <a:prstGeom prst="straightConnector1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1" name="直线箭头连接符 220"/>
          <p:cNvCxnSpPr>
            <a:stCxn id="209" idx="0"/>
            <a:endCxn id="208" idx="4"/>
          </p:cNvCxnSpPr>
          <p:nvPr/>
        </p:nvCxnSpPr>
        <p:spPr>
          <a:xfrm flipH="1" flipV="1">
            <a:off x="9006732" y="11197330"/>
            <a:ext cx="384630" cy="261252"/>
          </a:xfrm>
          <a:prstGeom prst="straightConnector1">
            <a:avLst/>
          </a:prstGeom>
          <a:solidFill>
            <a:srgbClr val="F7CBA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2" name="直线箭头连接符 221"/>
          <p:cNvCxnSpPr>
            <a:stCxn id="209" idx="0"/>
            <a:endCxn id="207" idx="4"/>
          </p:cNvCxnSpPr>
          <p:nvPr/>
        </p:nvCxnSpPr>
        <p:spPr>
          <a:xfrm flipH="1" flipV="1">
            <a:off x="8266500" y="11197330"/>
            <a:ext cx="1124862" cy="261252"/>
          </a:xfrm>
          <a:prstGeom prst="straightConnector1">
            <a:avLst/>
          </a:prstGeom>
          <a:solidFill>
            <a:srgbClr val="9BDE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3" name="矩形 222"/>
          <p:cNvSpPr/>
          <p:nvPr/>
        </p:nvSpPr>
        <p:spPr>
          <a:xfrm>
            <a:off x="2467853" y="10476509"/>
            <a:ext cx="2015781" cy="2327004"/>
          </a:xfrm>
          <a:prstGeom prst="rect">
            <a:avLst/>
          </a:prstGeom>
          <a:noFill/>
          <a:ln>
            <a:solidFill>
              <a:srgbClr val="9BDEFF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7628725" y="10480929"/>
            <a:ext cx="2015781" cy="2327004"/>
          </a:xfrm>
          <a:prstGeom prst="rect">
            <a:avLst/>
          </a:prstGeom>
          <a:noFill/>
          <a:ln>
            <a:solidFill>
              <a:srgbClr val="F7CBAC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5661150" y="11327956"/>
            <a:ext cx="6687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5400" dirty="0"/>
              <a:t>…</a:t>
            </a:r>
            <a:endParaRPr kumimoji="1" lang="zh-CN" altLang="en-US" sz="5400" dirty="0"/>
          </a:p>
        </p:txBody>
      </p:sp>
      <p:sp>
        <p:nvSpPr>
          <p:cNvPr id="226" name="上箭头 225"/>
          <p:cNvSpPr/>
          <p:nvPr/>
        </p:nvSpPr>
        <p:spPr>
          <a:xfrm>
            <a:off x="5914570" y="2558334"/>
            <a:ext cx="377373" cy="124822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7" name="上箭头 226"/>
          <p:cNvSpPr/>
          <p:nvPr/>
        </p:nvSpPr>
        <p:spPr>
          <a:xfrm>
            <a:off x="5819151" y="8601732"/>
            <a:ext cx="377373" cy="124822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8" name="上箭头 227"/>
          <p:cNvSpPr/>
          <p:nvPr/>
        </p:nvSpPr>
        <p:spPr>
          <a:xfrm>
            <a:off x="3382681" y="8638233"/>
            <a:ext cx="377373" cy="124822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上箭头 228"/>
          <p:cNvSpPr/>
          <p:nvPr/>
        </p:nvSpPr>
        <p:spPr>
          <a:xfrm>
            <a:off x="8255621" y="8603942"/>
            <a:ext cx="377373" cy="124822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0" name="矩形 229"/>
          <p:cNvSpPr/>
          <p:nvPr/>
        </p:nvSpPr>
        <p:spPr>
          <a:xfrm>
            <a:off x="2209107" y="10014411"/>
            <a:ext cx="7572858" cy="325120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2Y0OWRlNzU0ODdlZGJlMjYxZDA5YTRhYjBlNzhmYz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WPS 演示</Application>
  <PresentationFormat>宽屏</PresentationFormat>
  <Paragraphs>79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Zhelang Li</dc:creator>
  <cp:lastModifiedBy>幸运草</cp:lastModifiedBy>
  <cp:revision>2</cp:revision>
  <dcterms:created xsi:type="dcterms:W3CDTF">2024-03-22T07:57:00Z</dcterms:created>
  <dcterms:modified xsi:type="dcterms:W3CDTF">2024-03-23T11:18:21Z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37E2D1CD1E794AD19A60289DFC6BD5D1_12</vt:lpwstr>
  </property>
  <property fmtid="{D5CDD505-2E9C-101B-9397-08002B2CF9AE}" pid="3" name="KSOProductBuildVer">
    <vt:lpwstr>2052-12.1.0.16417</vt:lpwstr>
  </property>
</Properties>
</file>